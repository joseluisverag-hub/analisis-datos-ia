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Titanic: reporte ejecutivo automatizado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Análisis de datos con Python + IA aplicada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Objetivo y enfoque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Identificar qué variables estuvieron más asociadas a la supervivencia y generar un entregable ejecutivo automático desde el notebook.</a:t>
            </a:r>
          </a:p>
          <a:p>
            <a:pPr>
              <a:defRPr sz="2000"/>
            </a:pPr>
            <a:r>
              <a:t>Flujo: notebook → payload JSON → gráficos → PPTX/PDF.</a:t>
            </a:r>
          </a:p>
          <a:p>
            <a:pPr>
              <a:defRPr sz="2000"/>
            </a:pPr>
            <a:r>
              <a:t>Herramientas: Python, pandas, visualización, IA aplicada y automatización de entregables.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1. Supervivencia general</a:t>
            </a:r>
          </a:p>
        </p:txBody>
      </p:sp>
      <p:pic>
        <p:nvPicPr>
          <p:cNvPr id="3" name="Picture 2" descr="chart_supervivencia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492240" cy="4013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18872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Tasa de supervivencia: 38.4%</a:t>
            </a:r>
          </a:p>
          <a:p>
            <a:pPr>
              <a:defRPr sz="1800"/>
            </a:pPr>
            <a:r>
              <a:t>La mayoría de los pasajeros no sobrevivió.</a:t>
            </a:r>
          </a:p>
          <a:p>
            <a:pPr>
              <a:defRPr sz="1800"/>
            </a:pPr>
            <a:r>
              <a:t>Evento de alta severidad.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2. Supervivencia por sexo</a:t>
            </a:r>
          </a:p>
        </p:txBody>
      </p:sp>
      <p:pic>
        <p:nvPicPr>
          <p:cNvPr id="3" name="Picture 2" descr="chart_supervivencia_se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492240" cy="4013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18872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Mujeres: 74.2%</a:t>
            </a:r>
          </a:p>
          <a:p>
            <a:pPr>
              <a:defRPr sz="1800"/>
            </a:pPr>
            <a:r>
              <a:t>Hombres: 18.9%</a:t>
            </a:r>
          </a:p>
          <a:p>
            <a:pPr>
              <a:defRPr sz="1800"/>
            </a:pPr>
            <a:r>
              <a:t>El sexo aparece como uno de los factores más relevantes.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3. Supervivencia por clase</a:t>
            </a:r>
          </a:p>
        </p:txBody>
      </p:sp>
      <p:pic>
        <p:nvPicPr>
          <p:cNvPr id="3" name="Picture 2" descr="chart_supervivencia_cl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492240" cy="40103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18872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1ra clase: 63.0%</a:t>
            </a:r>
          </a:p>
          <a:p>
            <a:pPr>
              <a:defRPr sz="1800"/>
            </a:pPr>
            <a:r>
              <a:t>3ra clase: 24.2%</a:t>
            </a:r>
          </a:p>
          <a:p>
            <a:pPr>
              <a:defRPr sz="1800"/>
            </a:pPr>
            <a:r>
              <a:t>La clase estuvo fuertemente asociada a la supervivencia.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4. Sexo + clase</a:t>
            </a:r>
          </a:p>
        </p:txBody>
      </p:sp>
      <p:pic>
        <p:nvPicPr>
          <p:cNvPr id="3" name="Picture 2" descr="chart_supervivencia_sexo_cl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492240" cy="40103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18872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Mujeres de 1ra clase: 96.8%</a:t>
            </a:r>
          </a:p>
          <a:p>
            <a:pPr>
              <a:defRPr sz="1800"/>
            </a:pPr>
            <a:r>
              <a:t>Hombres de 3ra clase: 13.5%</a:t>
            </a:r>
          </a:p>
          <a:p>
            <a:pPr>
              <a:defRPr sz="1800"/>
            </a:pPr>
            <a:r>
              <a:t>La combinación entre sexo y clase muestra el patrón más fuerte.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5. Edad</a:t>
            </a:r>
          </a:p>
        </p:txBody>
      </p:sp>
      <p:pic>
        <p:nvPicPr>
          <p:cNvPr id="3" name="Picture 2" descr="chart_supervivencia_e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492240" cy="40103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18872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Niños: 58.0%</a:t>
            </a:r>
          </a:p>
          <a:p>
            <a:pPr>
              <a:defRPr sz="1800"/>
            </a:pPr>
            <a:r>
              <a:t>Adultos mayores: 22.7%</a:t>
            </a:r>
          </a:p>
          <a:p>
            <a:pPr>
              <a:defRPr sz="1800"/>
            </a:pPr>
            <a:r>
              <a:t>La edad aporta capacidad explicativa adicional.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6. Tamaño de familia</a:t>
            </a:r>
          </a:p>
        </p:txBody>
      </p:sp>
      <p:pic>
        <p:nvPicPr>
          <p:cNvPr id="3" name="Picture 2" descr="chart_supervivencia_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492240" cy="40103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18872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Solo: 30.4%</a:t>
            </a:r>
          </a:p>
          <a:p>
            <a:pPr>
              <a:defRPr sz="1800"/>
            </a:pPr>
            <a:r>
              <a:t>Familia de 4: 72.4%</a:t>
            </a:r>
          </a:p>
          <a:p>
            <a:pPr>
              <a:defRPr sz="1800"/>
            </a:pPr>
            <a:r>
              <a:t>Los grupos pequeños o medianos muestran mejores tasas.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Conclusiones ejecutivas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Sexo y clase son las variables más asociadas a la supervivencia.</a:t>
            </a:r>
          </a:p>
          <a:p>
            <a:pPr>
              <a:defRPr sz="2000"/>
            </a:pPr>
            <a:r>
              <a:t>Edad y tamaño de familia mejoran la explicación del fenómeno.</a:t>
            </a:r>
          </a:p>
          <a:p>
            <a:pPr>
              <a:defRPr sz="2000"/>
            </a:pPr>
            <a:r>
              <a:t>Este flujo puede automatizar métricas, gráficos y entregables ejecutivos desde Python.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Siguiente paso sugerido: Streamlit + modelo predictivo.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